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8" r:id="rId3"/>
    <p:sldId id="256" r:id="rId4"/>
    <p:sldId id="265" r:id="rId5"/>
    <p:sldId id="263" r:id="rId6"/>
    <p:sldId id="262" r:id="rId7"/>
    <p:sldId id="260" r:id="rId8"/>
    <p:sldId id="259" r:id="rId9"/>
    <p:sldId id="261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69"/>
  </p:normalViewPr>
  <p:slideViewPr>
    <p:cSldViewPr snapToGrid="0">
      <p:cViewPr varScale="1">
        <p:scale>
          <a:sx n="87" d="100"/>
          <a:sy n="87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6A7F-7EDC-ADF5-45AD-6C991A60E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3126B-FE91-47A0-7A54-3568FB332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EB52A-45DF-9253-FB4B-ECCA2D96E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64B1-39FC-E83E-8C28-9D0091CC9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3AF08-C0C0-9441-80AA-B5B2B11B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3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F73E-1820-CAD6-7909-030D06AC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E3BB4-E3BF-49D9-7006-0BF2EEF6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0F77B-2356-47B8-8436-E12F3D4F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25CB9-E9C0-4449-AE90-BD9470CB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18C3D-4BB2-BC7F-0DF3-1CB985D3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2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601A-5F9F-F2DA-263D-D5E08378A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F1FA1-BE68-06BD-8A23-071D44AE5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AC95-B4D2-947F-9AE4-C03B6314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D1404-5C96-7484-7992-402DF826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91120-72AE-388A-B2D1-7AB6D2D6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9B41-EFA5-C4D6-FBB8-BE9EEDFF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EEC5E-91B7-DC32-5755-47C256EF3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98781-E33D-71D8-14C6-66B5553E0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61D4D-B82D-6DEF-2D4C-AC33DDA9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4258E-BCD9-F156-AAA6-ED15C993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CD0C6-F61E-E549-9D8A-8B3C632E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6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981C4-2E00-4DB8-1AED-1C30D2DA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882B5-078C-D435-75A9-8D8AE60DF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D4432-5675-4159-E7BF-D0387A9F9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1D38F-6F63-789D-124E-4664A1E4C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DDAA0-4477-CFBC-4AE3-32072CD30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B8709-F054-F97F-4D3F-68DE7D23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4C557-403D-7B3A-9700-839C2025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234A93-C604-9000-3E7D-82755CB9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9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C49E-6AA6-5E47-54C4-86BF3CDF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2FA44-C173-401D-A487-269E2B97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A3F58-847B-ABB5-5988-8E6DC4B6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84CA0-A1EB-6020-4A57-3C37EB51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7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FE8A7-1FA5-5AFD-51FB-11DDFA56B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E470F-3E7D-6EBB-04AA-D3C3856D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8091E-DA64-A503-1860-6A7F6C04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0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E0FA1-7585-34E5-BD8F-ACA6A284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81AAC-C15E-A279-8F12-5E7AD5A1A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2F8D9-0017-55B7-FDB2-C3B1231C9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98DC5-BB5B-4531-E28C-9D8FE505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17DF9-2399-12E5-DAC4-5D0F3686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C5DF3-4DE0-814D-50E4-6B3F612B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49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5707-A76F-175B-2894-9B384CD3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E9F9C-6B98-455D-E9FB-300CEA089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E37F1-E43E-146B-C37B-11B8ED78F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95D6C-60F9-51B4-CEED-F0FA8524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3DF22-D72E-96A5-49C7-5E8E5374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C0DFA-0A17-8005-2DB0-F994CAC2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0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2A75-D982-FA98-2A1A-AE3FE667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97B02-6FD6-3857-5903-A33BE1596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929AC-FFD8-9C08-9FD9-4550E2EC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DBECE-2A20-1173-EAE1-F91CF4AF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416C6-7033-1F15-1F01-1866C710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5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EB016-7928-0A2B-13AC-9E5FC4B0B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78B42-1E52-F138-2650-35322A986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F4AB1-A5A7-649C-F359-2251947E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259D8-F71F-D2B7-5488-A7040757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2B23E-D7FB-B44B-A997-BBF57838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0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E5E06C-1EE2-E4EB-B8D7-87E02E22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47549-BE92-9FB6-8935-D9EDD3765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F1E9D-8D7F-EC24-81FB-B2C4E297A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46D2E-2D3A-FC4E-BA1A-FD8910FACA6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E360A-7E23-B130-79CE-35DAF5239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21A6-1CA4-D36B-6419-739A33EE8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1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ucsym-mohsen-taheri.shinyapps.io/etrep_shinyapp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3BA3-0411-6058-63D2-BBC9F2DF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A2E0C7-2F31-BA60-11B9-98121495FED8}"/>
              </a:ext>
            </a:extLst>
          </p:cNvPr>
          <p:cNvSpPr txBox="1"/>
          <p:nvPr/>
        </p:nvSpPr>
        <p:spPr>
          <a:xfrm>
            <a:off x="828251" y="939683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LPDSRep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79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00818C-623A-282B-B371-320CA1D06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576" y="1774530"/>
            <a:ext cx="7772400" cy="33089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FABD2-C8EE-2183-1F0F-B2D66580E878}"/>
              </a:ext>
            </a:extLst>
          </p:cNvPr>
          <p:cNvSpPr txBox="1"/>
          <p:nvPr/>
        </p:nvSpPr>
        <p:spPr>
          <a:xfrm>
            <a:off x="931489" y="703709"/>
            <a:ext cx="595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LPDSRep</a:t>
            </a:r>
            <a:r>
              <a:rPr lang="en-US" dirty="0"/>
              <a:t> model fitting via mean curvature flow (MCF)</a:t>
            </a:r>
          </a:p>
        </p:txBody>
      </p:sp>
    </p:spTree>
    <p:extLst>
      <p:ext uri="{BB962C8B-B14F-4D97-AF65-F5344CB8AC3E}">
        <p14:creationId xmlns:p14="http://schemas.microsoft.com/office/powerpoint/2010/main" val="4249135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0A33F4-0D2C-C7A5-C189-2C71D1A422D3}"/>
              </a:ext>
            </a:extLst>
          </p:cNvPr>
          <p:cNvSpPr/>
          <p:nvPr/>
        </p:nvSpPr>
        <p:spPr>
          <a:xfrm>
            <a:off x="4934857" y="1486665"/>
            <a:ext cx="2322286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artificial objects using ETRep R package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9A8334F-0E0F-B4F8-23C2-D5B38E0BBADE}"/>
              </a:ext>
            </a:extLst>
          </p:cNvPr>
          <p:cNvSpPr/>
          <p:nvPr/>
        </p:nvSpPr>
        <p:spPr>
          <a:xfrm>
            <a:off x="8327571" y="1486664"/>
            <a:ext cx="2823028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Convert *.obj to *.</a:t>
            </a:r>
            <a:r>
              <a:rPr lang="en-US" dirty="0" err="1"/>
              <a:t>vtk</a:t>
            </a:r>
            <a:r>
              <a:rPr lang="en-US" dirty="0"/>
              <a:t> files using SlicerSALT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256185-DCDE-3C11-CCD8-59F954481129}"/>
              </a:ext>
            </a:extLst>
          </p:cNvPr>
          <p:cNvSpPr/>
          <p:nvPr/>
        </p:nvSpPr>
        <p:spPr>
          <a:xfrm>
            <a:off x="1037771" y="4248006"/>
            <a:ext cx="2823028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SPHARM-PDMs of the samples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4B0B15-ED34-ADEA-BB23-EA82419EA198}"/>
              </a:ext>
            </a:extLst>
          </p:cNvPr>
          <p:cNvSpPr/>
          <p:nvPr/>
        </p:nvSpPr>
        <p:spPr>
          <a:xfrm>
            <a:off x="4884057" y="4248006"/>
            <a:ext cx="2423886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Fit </a:t>
            </a:r>
            <a:r>
              <a:rPr lang="en-US" dirty="0" err="1"/>
              <a:t>LPDSRep</a:t>
            </a:r>
            <a:r>
              <a:rPr lang="en-US" dirty="0"/>
              <a:t> using the provided R code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95B9C4-5D3F-0E68-78BA-EB068585E0C6}"/>
              </a:ext>
            </a:extLst>
          </p:cNvPr>
          <p:cNvSpPr/>
          <p:nvPr/>
        </p:nvSpPr>
        <p:spPr>
          <a:xfrm>
            <a:off x="1037771" y="5118862"/>
            <a:ext cx="2823028" cy="5515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 SPHARM-PDM?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495C0A-9C28-695A-A99E-801CD203EE0E}"/>
              </a:ext>
            </a:extLst>
          </p:cNvPr>
          <p:cNvSpPr/>
          <p:nvPr/>
        </p:nvSpPr>
        <p:spPr>
          <a:xfrm>
            <a:off x="8697684" y="4248008"/>
            <a:ext cx="2082801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C2CB9F-ADB3-516B-D812-51DCE58073FB}"/>
              </a:ext>
            </a:extLst>
          </p:cNvPr>
          <p:cNvSpPr/>
          <p:nvPr/>
        </p:nvSpPr>
        <p:spPr>
          <a:xfrm>
            <a:off x="1249134" y="1134691"/>
            <a:ext cx="2400302" cy="15748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Meshmixer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ETRep R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SlicerSALT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B527C1-FD45-9ECC-ABB3-E1C622CF67AD}"/>
              </a:ext>
            </a:extLst>
          </p:cNvPr>
          <p:cNvSpPr/>
          <p:nvPr/>
        </p:nvSpPr>
        <p:spPr>
          <a:xfrm>
            <a:off x="4884057" y="5118862"/>
            <a:ext cx="2423886" cy="5515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LPDSRep</a:t>
            </a:r>
            <a:r>
              <a:rPr lang="en-US" dirty="0"/>
              <a:t>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52253F6-E4EE-7055-FAC4-86D58100F884}"/>
              </a:ext>
            </a:extLst>
          </p:cNvPr>
          <p:cNvSpPr/>
          <p:nvPr/>
        </p:nvSpPr>
        <p:spPr>
          <a:xfrm>
            <a:off x="4934857" y="2404690"/>
            <a:ext cx="2322286" cy="5950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 ETRep?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8521C5-E9A4-9667-3B1D-7BA53E96FFC4}"/>
              </a:ext>
            </a:extLst>
          </p:cNvPr>
          <p:cNvCxnSpPr>
            <a:stCxn id="10" idx="3"/>
            <a:endCxn id="4" idx="1"/>
          </p:cNvCxnSpPr>
          <p:nvPr/>
        </p:nvCxnSpPr>
        <p:spPr>
          <a:xfrm>
            <a:off x="3649436" y="1922092"/>
            <a:ext cx="128542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403843-248F-638E-6715-D0FF0B5D629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257143" y="1922093"/>
            <a:ext cx="107042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4BA50E6-BE55-0B1D-3E12-0FABF3CA059C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5148943" y="-342137"/>
            <a:ext cx="1890485" cy="72898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B018E9-FB14-AE8B-0083-60CB449D7CB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860799" y="4683435"/>
            <a:ext cx="10232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7CFB18-5354-8E77-2838-217D91AD6D5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7307943" y="4683435"/>
            <a:ext cx="138974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354088-1750-9162-EFCC-6CE0353EBFBA}"/>
              </a:ext>
            </a:extLst>
          </p:cNvPr>
          <p:cNvSpPr txBox="1"/>
          <p:nvPr/>
        </p:nvSpPr>
        <p:spPr>
          <a:xfrm>
            <a:off x="4410528" y="356756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LPDSRep</a:t>
            </a:r>
            <a:r>
              <a:rPr lang="en-US" dirty="0"/>
              <a:t> model fitting steps</a:t>
            </a:r>
          </a:p>
        </p:txBody>
      </p:sp>
    </p:spTree>
    <p:extLst>
      <p:ext uri="{BB962C8B-B14F-4D97-AF65-F5344CB8AC3E}">
        <p14:creationId xmlns:p14="http://schemas.microsoft.com/office/powerpoint/2010/main" val="304644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D3D4-2EBE-B395-3E71-44193F2D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3B7AE8-66DC-473D-C154-B3699CA1257E}"/>
              </a:ext>
            </a:extLst>
          </p:cNvPr>
          <p:cNvSpPr txBox="1"/>
          <p:nvPr/>
        </p:nvSpPr>
        <p:spPr>
          <a:xfrm>
            <a:off x="1683657" y="1175657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Mesh mixer</a:t>
            </a:r>
          </a:p>
        </p:txBody>
      </p:sp>
    </p:spTree>
    <p:extLst>
      <p:ext uri="{BB962C8B-B14F-4D97-AF65-F5344CB8AC3E}">
        <p14:creationId xmlns:p14="http://schemas.microsoft.com/office/powerpoint/2010/main" val="74171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1B83-5B0B-A2A2-7D81-A3D433E6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3330A4-3F81-1B55-88A8-D8DEB64B2A0A}"/>
              </a:ext>
            </a:extLst>
          </p:cNvPr>
          <p:cNvSpPr txBox="1"/>
          <p:nvPr/>
        </p:nvSpPr>
        <p:spPr>
          <a:xfrm>
            <a:off x="1683657" y="1175657"/>
            <a:ext cx="735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workshop we need object samples.</a:t>
            </a:r>
          </a:p>
          <a:p>
            <a:r>
              <a:rPr lang="en-US" dirty="0"/>
              <a:t>For that we can use elliptical tube simulation from the ETRep R package.</a:t>
            </a:r>
          </a:p>
          <a:p>
            <a:endParaRPr lang="en-US" dirty="0"/>
          </a:p>
          <a:p>
            <a:r>
              <a:rPr lang="en-US" dirty="0"/>
              <a:t>What is an elliptical tube?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51035-C46E-A4E3-FCD8-E3ACE2726453}"/>
              </a:ext>
            </a:extLst>
          </p:cNvPr>
          <p:cNvSpPr txBox="1"/>
          <p:nvPr/>
        </p:nvSpPr>
        <p:spPr>
          <a:xfrm>
            <a:off x="1785257" y="42973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 the reference</a:t>
            </a:r>
          </a:p>
        </p:txBody>
      </p:sp>
    </p:spTree>
    <p:extLst>
      <p:ext uri="{BB962C8B-B14F-4D97-AF65-F5344CB8AC3E}">
        <p14:creationId xmlns:p14="http://schemas.microsoft.com/office/powerpoint/2010/main" val="152066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D7B4-0736-ADF5-BFC6-C3B5C293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B0B74D-3221-08AD-97AB-67A2BE107B04}"/>
              </a:ext>
            </a:extLst>
          </p:cNvPr>
          <p:cNvSpPr txBox="1"/>
          <p:nvPr/>
        </p:nvSpPr>
        <p:spPr>
          <a:xfrm>
            <a:off x="434871" y="558424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an elliptical tube?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0CF2C-E34E-266E-5C0D-48304D30A4E6}"/>
              </a:ext>
            </a:extLst>
          </p:cNvPr>
          <p:cNvSpPr txBox="1"/>
          <p:nvPr/>
        </p:nvSpPr>
        <p:spPr>
          <a:xfrm>
            <a:off x="5232400" y="4991260"/>
            <a:ext cx="6219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cucsym-mohsen-taheri.shinyapps.io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etrep_shinyapp</a:t>
            </a:r>
            <a:r>
              <a:rPr lang="en-US" dirty="0">
                <a:hlinkClick r:id="rId2"/>
              </a:rPr>
              <a:t>/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E941B-2439-A0E6-229F-BEA98E85AAA7}"/>
              </a:ext>
            </a:extLst>
          </p:cNvPr>
          <p:cNvSpPr txBox="1"/>
          <p:nvPr/>
        </p:nvSpPr>
        <p:spPr>
          <a:xfrm>
            <a:off x="718456" y="5508172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ETRep simulation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199DC6-F883-3AA1-88F3-68A553E3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20"/>
          <a:stretch>
            <a:fillRect/>
          </a:stretch>
        </p:blipFill>
        <p:spPr>
          <a:xfrm>
            <a:off x="3984729" y="743090"/>
            <a:ext cx="7772400" cy="408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7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67B8-CF38-950D-C9A6-A97F7E05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6024DF-F8A1-11DC-3B80-5AA5D30F33CA}"/>
              </a:ext>
            </a:extLst>
          </p:cNvPr>
          <p:cNvSpPr txBox="1"/>
          <p:nvPr/>
        </p:nvSpPr>
        <p:spPr>
          <a:xfrm>
            <a:off x="1683657" y="1175657"/>
            <a:ext cx="33818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SPHARM-PDM?</a:t>
            </a:r>
          </a:p>
          <a:p>
            <a:r>
              <a:rPr lang="en-US" dirty="0" err="1"/>
              <a:t>Simillar</a:t>
            </a:r>
            <a:r>
              <a:rPr lang="en-US" dirty="0"/>
              <a:t> to Fourier expansion of a function we can approximate and smooth closed smooth genus zero 3D surfaces using spherical harmonic functions. Then we use it for the registration. </a:t>
            </a:r>
          </a:p>
        </p:txBody>
      </p:sp>
    </p:spTree>
    <p:extLst>
      <p:ext uri="{BB962C8B-B14F-4D97-AF65-F5344CB8AC3E}">
        <p14:creationId xmlns:p14="http://schemas.microsoft.com/office/powerpoint/2010/main" val="265930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9246-F1CC-2699-98C7-503B5F3C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6F26D0-A109-C595-F1B5-4ECE0AB96974}"/>
              </a:ext>
            </a:extLst>
          </p:cNvPr>
          <p:cNvSpPr txBox="1"/>
          <p:nvPr/>
        </p:nvSpPr>
        <p:spPr>
          <a:xfrm>
            <a:off x="1683657" y="1175657"/>
            <a:ext cx="3381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SPHARM-PDM registration we usually use VTK format.</a:t>
            </a:r>
          </a:p>
          <a:p>
            <a:r>
              <a:rPr lang="en-US" dirty="0"/>
              <a:t>SlicerSALT can be used to convert *.obj and *.</a:t>
            </a:r>
            <a:r>
              <a:rPr lang="en-US" dirty="0" err="1"/>
              <a:t>nrrd</a:t>
            </a:r>
            <a:r>
              <a:rPr lang="en-US" dirty="0"/>
              <a:t> to *.</a:t>
            </a:r>
            <a:r>
              <a:rPr lang="en-US" dirty="0" err="1"/>
              <a:t>vtk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296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2F98-C689-EC73-0891-F2CF7C61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DE3A2D-1A5C-948E-0CED-33091A7ACDCE}"/>
              </a:ext>
            </a:extLst>
          </p:cNvPr>
          <p:cNvSpPr txBox="1"/>
          <p:nvPr/>
        </p:nvSpPr>
        <p:spPr>
          <a:xfrm>
            <a:off x="458908" y="1889080"/>
            <a:ext cx="3381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two directories</a:t>
            </a:r>
            <a:br>
              <a:rPr lang="en-US" dirty="0"/>
            </a:br>
            <a:r>
              <a:rPr lang="en-US" dirty="0"/>
              <a:t>The input directory where *.</a:t>
            </a:r>
            <a:r>
              <a:rPr lang="en-US" dirty="0" err="1"/>
              <a:t>vtk</a:t>
            </a:r>
            <a:r>
              <a:rPr lang="en-US" dirty="0"/>
              <a:t> files are located and an empty output directory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4E41FD-1BD5-82B3-0016-D1C66F05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92" y="1576241"/>
            <a:ext cx="7772400" cy="370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06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ADDC09B0-50D1-EC95-3495-EC43553AC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253331"/>
            <a:ext cx="4865389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425659-66F1-8942-76DE-606BBF3DFA85}"/>
              </a:ext>
            </a:extLst>
          </p:cNvPr>
          <p:cNvSpPr txBox="1"/>
          <p:nvPr/>
        </p:nvSpPr>
        <p:spPr>
          <a:xfrm>
            <a:off x="663388" y="1253331"/>
            <a:ext cx="46052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sure to use a </a:t>
            </a:r>
            <a:r>
              <a:rPr lang="en-US" b="1" dirty="0"/>
              <a:t>registered template</a:t>
            </a:r>
            <a:r>
              <a:rPr lang="en-US" dirty="0"/>
              <a:t> to obtain reliable point correspondence.</a:t>
            </a:r>
          </a:p>
          <a:p>
            <a:r>
              <a:rPr lang="en-US" dirty="0"/>
              <a:t>The template can simply be a sample from the dataset that has been processed and registered using </a:t>
            </a:r>
            <a:r>
              <a:rPr lang="en-US" b="1" dirty="0"/>
              <a:t>SPHARM-PDM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193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4306</TotalTime>
  <Words>227</Words>
  <Application>Microsoft Macintosh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Mohsen Taheri Shalmani</dc:creator>
  <cp:lastModifiedBy>Mohsen Taheri Shalmani</cp:lastModifiedBy>
  <cp:revision>5</cp:revision>
  <dcterms:created xsi:type="dcterms:W3CDTF">2026-06-11T09:13:00Z</dcterms:created>
  <dcterms:modified xsi:type="dcterms:W3CDTF">2026-06-14T08:59:56Z</dcterms:modified>
</cp:coreProperties>
</file>